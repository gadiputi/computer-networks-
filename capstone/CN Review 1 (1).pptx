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54" r:id="rId4"/>
  </p:sldMasterIdLst>
  <p:notesMasterIdLst>
    <p:notesMasterId r:id="rId17"/>
  </p:notesMasterIdLst>
  <p:handoutMasterIdLst>
    <p:handoutMasterId r:id="rId18"/>
  </p:handoutMasterIdLst>
  <p:sldIdLst>
    <p:sldId id="261" r:id="rId5"/>
    <p:sldId id="327" r:id="rId6"/>
    <p:sldId id="332" r:id="rId7"/>
    <p:sldId id="333" r:id="rId8"/>
    <p:sldId id="331" r:id="rId9"/>
    <p:sldId id="335" r:id="rId10"/>
    <p:sldId id="336" r:id="rId11"/>
    <p:sldId id="346" r:id="rId12"/>
    <p:sldId id="348" r:id="rId13"/>
    <p:sldId id="347" r:id="rId14"/>
    <p:sldId id="349" r:id="rId15"/>
    <p:sldId id="35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8C09"/>
    <a:srgbClr val="EEEEEE"/>
    <a:srgbClr val="87175F"/>
    <a:srgbClr val="EEC621"/>
    <a:srgbClr val="43467B"/>
    <a:srgbClr val="AEA422"/>
    <a:srgbClr val="F69E1D"/>
    <a:srgbClr val="E19E6B"/>
    <a:srgbClr val="75503A"/>
    <a:srgbClr val="DDB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422DD8-D9D9-47F5-BCAA-D2F8204639AD}" v="1" dt="2026-08-03T07:40:25.953"/>
  </p1510:revLst>
</p1510:revInfo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271" autoAdjust="0"/>
    <p:restoredTop sz="95034" autoAdjust="0"/>
  </p:normalViewPr>
  <p:slideViewPr>
    <p:cSldViewPr>
      <p:cViewPr varScale="1">
        <p:scale>
          <a:sx n="53" d="100"/>
          <a:sy n="53" d="100"/>
        </p:scale>
        <p:origin x="114" y="420"/>
      </p:cViewPr>
      <p:guideLst/>
    </p:cSldViewPr>
  </p:slideViewPr>
  <p:outlineViewPr>
    <p:cViewPr>
      <p:scale>
        <a:sx n="33" d="100"/>
        <a:sy n="33" d="100"/>
      </p:scale>
      <p:origin x="0" y="-208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k V" userId="499a9d2cd44f0b66" providerId="LiveId" clId="{3DF5733B-E84E-421B-8576-D4B37553F6E0}"/>
    <pc:docChg chg="undo custSel addSld delSld modSld sldOrd">
      <pc:chgData name="Deepak V" userId="499a9d2cd44f0b66" providerId="LiveId" clId="{3DF5733B-E84E-421B-8576-D4B37553F6E0}" dt="2026-08-03T07:47:33.663" v="2424" actId="1076"/>
      <pc:docMkLst>
        <pc:docMk/>
      </pc:docMkLst>
      <pc:sldChg chg="addSp delSp modSp mod">
        <pc:chgData name="Deepak V" userId="499a9d2cd44f0b66" providerId="LiveId" clId="{3DF5733B-E84E-421B-8576-D4B37553F6E0}" dt="2026-08-03T07:47:33.663" v="2424" actId="1076"/>
        <pc:sldMkLst>
          <pc:docMk/>
          <pc:sldMk cId="3135228966" sldId="261"/>
        </pc:sldMkLst>
        <pc:spChg chg="mod">
          <ac:chgData name="Deepak V" userId="499a9d2cd44f0b66" providerId="LiveId" clId="{3DF5733B-E84E-421B-8576-D4B37553F6E0}" dt="2026-08-03T07:36:31.376" v="2067" actId="14100"/>
          <ac:spMkLst>
            <pc:docMk/>
            <pc:sldMk cId="3135228966" sldId="261"/>
            <ac:spMk id="2" creationId="{0D5DD552-4C5C-FE74-9769-1E5D9287941F}"/>
          </ac:spMkLst>
        </pc:spChg>
        <pc:spChg chg="mod">
          <ac:chgData name="Deepak V" userId="499a9d2cd44f0b66" providerId="LiveId" clId="{3DF5733B-E84E-421B-8576-D4B37553F6E0}" dt="2026-08-03T07:47:33.663" v="2424" actId="1076"/>
          <ac:spMkLst>
            <pc:docMk/>
            <pc:sldMk cId="3135228966" sldId="261"/>
            <ac:spMk id="22" creationId="{22A12031-A2E9-2CC6-9179-DD1444064008}"/>
          </ac:spMkLst>
        </pc:spChg>
        <pc:spChg chg="mod">
          <ac:chgData name="Deepak V" userId="499a9d2cd44f0b66" providerId="LiveId" clId="{3DF5733B-E84E-421B-8576-D4B37553F6E0}" dt="2026-08-03T07:38:00.769" v="2212" actId="20577"/>
          <ac:spMkLst>
            <pc:docMk/>
            <pc:sldMk cId="3135228966" sldId="261"/>
            <ac:spMk id="23" creationId="{FE5F9498-1363-477C-610A-E784212125B9}"/>
          </ac:spMkLst>
        </pc:spChg>
        <pc:spChg chg="mod">
          <ac:chgData name="Deepak V" userId="499a9d2cd44f0b66" providerId="LiveId" clId="{3DF5733B-E84E-421B-8576-D4B37553F6E0}" dt="2026-08-03T07:38:12.530" v="2220" actId="20577"/>
          <ac:spMkLst>
            <pc:docMk/>
            <pc:sldMk cId="3135228966" sldId="261"/>
            <ac:spMk id="25" creationId="{D31715E9-5BEB-9BE2-CD98-F68FE3887254}"/>
          </ac:spMkLst>
        </pc:spChg>
      </pc:sldChg>
      <pc:sldChg chg="modSp mod">
        <pc:chgData name="Deepak V" userId="499a9d2cd44f0b66" providerId="LiveId" clId="{3DF5733B-E84E-421B-8576-D4B37553F6E0}" dt="2026-07-16T08:53:33.486" v="1751" actId="2710"/>
        <pc:sldMkLst>
          <pc:docMk/>
          <pc:sldMk cId="1131382348" sldId="327"/>
        </pc:sldMkLst>
        <pc:spChg chg="mod">
          <ac:chgData name="Deepak V" userId="499a9d2cd44f0b66" providerId="LiveId" clId="{3DF5733B-E84E-421B-8576-D4B37553F6E0}" dt="2026-07-16T08:53:33.486" v="1751" actId="2710"/>
          <ac:spMkLst>
            <pc:docMk/>
            <pc:sldMk cId="1131382348" sldId="327"/>
            <ac:spMk id="2" creationId="{E750BA0A-E9F3-E037-320D-8721B5CAA9DF}"/>
          </ac:spMkLst>
        </pc:spChg>
      </pc:sldChg>
      <pc:sldChg chg="modSp mod">
        <pc:chgData name="Deepak V" userId="499a9d2cd44f0b66" providerId="LiveId" clId="{3DF5733B-E84E-421B-8576-D4B37553F6E0}" dt="2026-07-16T09:01:13.388" v="1864" actId="2711"/>
        <pc:sldMkLst>
          <pc:docMk/>
          <pc:sldMk cId="703962892" sldId="331"/>
        </pc:sldMkLst>
        <pc:spChg chg="mod">
          <ac:chgData name="Deepak V" userId="499a9d2cd44f0b66" providerId="LiveId" clId="{3DF5733B-E84E-421B-8576-D4B37553F6E0}" dt="2026-07-16T08:58:18.408" v="1832" actId="1076"/>
          <ac:spMkLst>
            <pc:docMk/>
            <pc:sldMk cId="703962892" sldId="331"/>
            <ac:spMk id="2" creationId="{500B0FD5-C189-AA28-3D37-D3A1B50C1B8C}"/>
          </ac:spMkLst>
        </pc:spChg>
        <pc:spChg chg="mod">
          <ac:chgData name="Deepak V" userId="499a9d2cd44f0b66" providerId="LiveId" clId="{3DF5733B-E84E-421B-8576-D4B37553F6E0}" dt="2026-07-16T09:01:13.388" v="1864" actId="2711"/>
          <ac:spMkLst>
            <pc:docMk/>
            <pc:sldMk cId="703962892" sldId="331"/>
            <ac:spMk id="5" creationId="{8640AA47-D1D4-9F99-F993-DA165618B41D}"/>
          </ac:spMkLst>
        </pc:spChg>
      </pc:sldChg>
      <pc:sldChg chg="modSp mod">
        <pc:chgData name="Deepak V" userId="499a9d2cd44f0b66" providerId="LiveId" clId="{3DF5733B-E84E-421B-8576-D4B37553F6E0}" dt="2026-07-16T08:54:13.493" v="1759" actId="403"/>
        <pc:sldMkLst>
          <pc:docMk/>
          <pc:sldMk cId="3526233741" sldId="332"/>
        </pc:sldMkLst>
        <pc:spChg chg="mod">
          <ac:chgData name="Deepak V" userId="499a9d2cd44f0b66" providerId="LiveId" clId="{3DF5733B-E84E-421B-8576-D4B37553F6E0}" dt="2026-07-16T08:54:13.493" v="1759" actId="403"/>
          <ac:spMkLst>
            <pc:docMk/>
            <pc:sldMk cId="3526233741" sldId="332"/>
            <ac:spMk id="2" creationId="{2C7CA7DC-6DEB-75A0-C6FD-4C662D4E3907}"/>
          </ac:spMkLst>
        </pc:spChg>
      </pc:sldChg>
      <pc:sldChg chg="addSp delSp modSp mod">
        <pc:chgData name="Deepak V" userId="499a9d2cd44f0b66" providerId="LiveId" clId="{3DF5733B-E84E-421B-8576-D4B37553F6E0}" dt="2026-07-16T08:56:23.928" v="1800" actId="1076"/>
        <pc:sldMkLst>
          <pc:docMk/>
          <pc:sldMk cId="1288940100" sldId="333"/>
        </pc:sldMkLst>
        <pc:spChg chg="add mod">
          <ac:chgData name="Deepak V" userId="499a9d2cd44f0b66" providerId="LiveId" clId="{3DF5733B-E84E-421B-8576-D4B37553F6E0}" dt="2026-07-16T08:56:23.928" v="1800" actId="1076"/>
          <ac:spMkLst>
            <pc:docMk/>
            <pc:sldMk cId="1288940100" sldId="333"/>
            <ac:spMk id="3" creationId="{651403A6-D547-93EB-B3E4-6F47113DB140}"/>
          </ac:spMkLst>
        </pc:spChg>
        <pc:spChg chg="mod">
          <ac:chgData name="Deepak V" userId="499a9d2cd44f0b66" providerId="LiveId" clId="{3DF5733B-E84E-421B-8576-D4B37553F6E0}" dt="2026-07-16T08:38:50.630" v="1642" actId="20577"/>
          <ac:spMkLst>
            <pc:docMk/>
            <pc:sldMk cId="1288940100" sldId="333"/>
            <ac:spMk id="12" creationId="{E9837FDA-CC1C-CA20-9E38-E7D0DD4F7A62}"/>
          </ac:spMkLst>
        </pc:spChg>
      </pc:sldChg>
      <pc:sldChg chg="modSp mod">
        <pc:chgData name="Deepak V" userId="499a9d2cd44f0b66" providerId="LiveId" clId="{3DF5733B-E84E-421B-8576-D4B37553F6E0}" dt="2026-07-16T09:01:06.585" v="1863" actId="2711"/>
        <pc:sldMkLst>
          <pc:docMk/>
          <pc:sldMk cId="1719368558" sldId="335"/>
        </pc:sldMkLst>
        <pc:spChg chg="mod">
          <ac:chgData name="Deepak V" userId="499a9d2cd44f0b66" providerId="LiveId" clId="{3DF5733B-E84E-421B-8576-D4B37553F6E0}" dt="2026-07-16T08:59:43.953" v="1850" actId="1076"/>
          <ac:spMkLst>
            <pc:docMk/>
            <pc:sldMk cId="1719368558" sldId="335"/>
            <ac:spMk id="2" creationId="{35FD0BE3-1B7A-27DE-3EED-4256FF3C2D0A}"/>
          </ac:spMkLst>
        </pc:spChg>
        <pc:spChg chg="mod">
          <ac:chgData name="Deepak V" userId="499a9d2cd44f0b66" providerId="LiveId" clId="{3DF5733B-E84E-421B-8576-D4B37553F6E0}" dt="2026-07-16T09:01:06.585" v="1863" actId="2711"/>
          <ac:spMkLst>
            <pc:docMk/>
            <pc:sldMk cId="1719368558" sldId="335"/>
            <ac:spMk id="5" creationId="{E270ED14-C5EC-66BF-E5F8-B4DECB94E610}"/>
          </ac:spMkLst>
        </pc:spChg>
        <pc:spChg chg="mod">
          <ac:chgData name="Deepak V" userId="499a9d2cd44f0b66" providerId="LiveId" clId="{3DF5733B-E84E-421B-8576-D4B37553F6E0}" dt="2026-07-16T08:59:35.327" v="1848" actId="1076"/>
          <ac:spMkLst>
            <pc:docMk/>
            <pc:sldMk cId="1719368558" sldId="335"/>
            <ac:spMk id="9" creationId="{78B3E1C0-5633-DDCD-1105-189E3D27351E}"/>
          </ac:spMkLst>
        </pc:spChg>
        <pc:spChg chg="mod">
          <ac:chgData name="Deepak V" userId="499a9d2cd44f0b66" providerId="LiveId" clId="{3DF5733B-E84E-421B-8576-D4B37553F6E0}" dt="2026-07-16T08:59:31.609" v="1847" actId="1076"/>
          <ac:spMkLst>
            <pc:docMk/>
            <pc:sldMk cId="1719368558" sldId="335"/>
            <ac:spMk id="12" creationId="{1627790D-D387-89F1-442A-C6E7F4D4A8D4}"/>
          </ac:spMkLst>
        </pc:spChg>
      </pc:sldChg>
      <pc:sldChg chg="modSp mod">
        <pc:chgData name="Deepak V" userId="499a9d2cd44f0b66" providerId="LiveId" clId="{3DF5733B-E84E-421B-8576-D4B37553F6E0}" dt="2026-07-16T09:06:37.008" v="1876" actId="1076"/>
        <pc:sldMkLst>
          <pc:docMk/>
          <pc:sldMk cId="3412892700" sldId="336"/>
        </pc:sldMkLst>
        <pc:spChg chg="mod">
          <ac:chgData name="Deepak V" userId="499a9d2cd44f0b66" providerId="LiveId" clId="{3DF5733B-E84E-421B-8576-D4B37553F6E0}" dt="2026-07-16T09:00:45.613" v="1861" actId="2711"/>
          <ac:spMkLst>
            <pc:docMk/>
            <pc:sldMk cId="3412892700" sldId="336"/>
            <ac:spMk id="2" creationId="{EE0DE3E0-C52C-1D12-C27A-A22AFE8CF146}"/>
          </ac:spMkLst>
        </pc:spChg>
        <pc:spChg chg="mod">
          <ac:chgData name="Deepak V" userId="499a9d2cd44f0b66" providerId="LiveId" clId="{3DF5733B-E84E-421B-8576-D4B37553F6E0}" dt="2026-07-16T09:06:37.008" v="1876" actId="1076"/>
          <ac:spMkLst>
            <pc:docMk/>
            <pc:sldMk cId="3412892700" sldId="336"/>
            <ac:spMk id="5" creationId="{20682B04-21FF-0C58-5BDD-9A1427C99637}"/>
          </ac:spMkLst>
        </pc:spChg>
        <pc:spChg chg="mod">
          <ac:chgData name="Deepak V" userId="499a9d2cd44f0b66" providerId="LiveId" clId="{3DF5733B-E84E-421B-8576-D4B37553F6E0}" dt="2026-07-16T09:06:34.757" v="1875" actId="1076"/>
          <ac:spMkLst>
            <pc:docMk/>
            <pc:sldMk cId="3412892700" sldId="336"/>
            <ac:spMk id="9" creationId="{9CD8363D-0F16-D0BC-79E9-D01496E3D671}"/>
          </ac:spMkLst>
        </pc:spChg>
        <pc:spChg chg="mod">
          <ac:chgData name="Deepak V" userId="499a9d2cd44f0b66" providerId="LiveId" clId="{3DF5733B-E84E-421B-8576-D4B37553F6E0}" dt="2026-07-16T09:06:31.628" v="1874" actId="1076"/>
          <ac:spMkLst>
            <pc:docMk/>
            <pc:sldMk cId="3412892700" sldId="336"/>
            <ac:spMk id="12" creationId="{3AD20EE3-D9E7-7B3B-1B41-11DB71CCB522}"/>
          </ac:spMkLst>
        </pc:spChg>
      </pc:sldChg>
      <pc:sldChg chg="modSp add mod">
        <pc:chgData name="Deepak V" userId="499a9d2cd44f0b66" providerId="LiveId" clId="{3DF5733B-E84E-421B-8576-D4B37553F6E0}" dt="2026-07-20T13:03:44.065" v="1906" actId="2711"/>
        <pc:sldMkLst>
          <pc:docMk/>
          <pc:sldMk cId="3234943257" sldId="346"/>
        </pc:sldMkLst>
        <pc:spChg chg="mod">
          <ac:chgData name="Deepak V" userId="499a9d2cd44f0b66" providerId="LiveId" clId="{3DF5733B-E84E-421B-8576-D4B37553F6E0}" dt="2026-07-20T13:03:34.682" v="1905" actId="2711"/>
          <ac:spMkLst>
            <pc:docMk/>
            <pc:sldMk cId="3234943257" sldId="346"/>
            <ac:spMk id="2" creationId="{06A45103-AC59-4F67-AFEB-6A5B63FADED2}"/>
          </ac:spMkLst>
        </pc:spChg>
        <pc:spChg chg="mod">
          <ac:chgData name="Deepak V" userId="499a9d2cd44f0b66" providerId="LiveId" clId="{3DF5733B-E84E-421B-8576-D4B37553F6E0}" dt="2026-07-20T13:03:44.065" v="1906" actId="2711"/>
          <ac:spMkLst>
            <pc:docMk/>
            <pc:sldMk cId="3234943257" sldId="346"/>
            <ac:spMk id="5" creationId="{5B1A80B9-63BE-96E4-8E65-5C9C5728E3B1}"/>
          </ac:spMkLst>
        </pc:spChg>
      </pc:sldChg>
      <pc:sldChg chg="addSp modSp add mod">
        <pc:chgData name="Deepak V" userId="499a9d2cd44f0b66" providerId="LiveId" clId="{3DF5733B-E84E-421B-8576-D4B37553F6E0}" dt="2026-07-20T13:05:48.194" v="1939" actId="5793"/>
        <pc:sldMkLst>
          <pc:docMk/>
          <pc:sldMk cId="355093536" sldId="347"/>
        </pc:sldMkLst>
        <pc:spChg chg="mod">
          <ac:chgData name="Deepak V" userId="499a9d2cd44f0b66" providerId="LiveId" clId="{3DF5733B-E84E-421B-8576-D4B37553F6E0}" dt="2026-07-20T13:05:48.194" v="1939" actId="5793"/>
          <ac:spMkLst>
            <pc:docMk/>
            <pc:sldMk cId="355093536" sldId="347"/>
            <ac:spMk id="3" creationId="{55BBC051-93A8-F8FD-9923-1E2E5D3A34D8}"/>
          </ac:spMkLst>
        </pc:spChg>
        <pc:spChg chg="mod">
          <ac:chgData name="Deepak V" userId="499a9d2cd44f0b66" providerId="LiveId" clId="{3DF5733B-E84E-421B-8576-D4B37553F6E0}" dt="2026-07-20T13:01:39.879" v="1889" actId="20577"/>
          <ac:spMkLst>
            <pc:docMk/>
            <pc:sldMk cId="355093536" sldId="347"/>
            <ac:spMk id="12" creationId="{1A8A1079-4B3B-0903-CF54-73BC29FE654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464472-DAE5-4012-9A5A-CB432293B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6DB41-0314-4E22-8F5A-547FA67B06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33E32-5603-440A-ACDD-7442C88C5FED}" type="datetimeFigureOut">
              <a:rPr lang="en-US" smtClean="0">
                <a:latin typeface="Tw Cen MT" panose="020B0602020104020603" pitchFamily="34" charset="0"/>
              </a:rPr>
              <a:t>8/3/2026</a:t>
            </a:fld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3188E-D235-4A3B-823C-E0E10F336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3A68C-A1CC-4704-8503-01E13B0AED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B1589-0F8A-400D-AEF4-57688446A2F5}" type="slidenum">
              <a:rPr lang="en-US" smtClean="0">
                <a:latin typeface="Tw Cen MT" panose="020B0602020104020603" pitchFamily="34" charset="0"/>
              </a:rPr>
              <a:t>‹#›</a:t>
            </a:fld>
            <a:endParaRPr lang="en-US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10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AF4A386A-BFE4-4655-9801-CBB04655F27A}" type="datetimeFigureOut">
              <a:rPr lang="en-US" noProof="0" smtClean="0"/>
              <a:pPr/>
              <a:t>8/3/2026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DAE5FABD-26C8-4F74-B1E3-45BC91BC9D7B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75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7987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8A5AD-3528-8E9B-0326-67A5624AE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6A104-94E8-3C5E-2B8B-C9BA49F3A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0C76B-2CB8-29F6-DBB3-319A1B16D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E30F0-4774-0A11-C345-D1DB171D8D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2612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1568-2F42-0B11-42D3-5C03E92D7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96DBA-D316-C530-2039-ED417C90B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D7747-54A4-7EDD-17C4-B571B9160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9BE86-BA88-54E1-5470-3BB0587F9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94583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6BFF5-37CE-0481-179E-90E0F6833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A4FA86-FC6B-9EB5-FD57-EB09BED4D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04E2F6-1FA9-4373-63CE-5BC34FE2B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706C0-1F80-7786-C59D-4590BB1A6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21021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D8439-3ED6-65E6-ED84-7F6598484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A8E3C-32F2-5188-70B3-B82EB6A2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9BD3A-CE75-6FDC-6E1A-D92CF74FF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15DDD-7C8D-DB7F-528B-58B73E333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4629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2590E-EF9A-56F1-16B2-8D1566760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84D49-FE90-289D-9900-7AB98560C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A709A-6F9A-2314-8062-B1B5161EB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EFB3C-BCD2-98B5-7CB6-F8C69D230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768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893B3-75C2-4CF6-CF70-323EDA91C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326FC4-2E3E-ED0E-9626-F7662C78E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0CD81-4E76-BA40-B37D-80D7EEC6A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F1191-C3EA-2FBA-B9D1-7E5E3BA52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60851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808FD-0311-075C-B868-26C0E4697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B219F-A8C3-0A4A-FC69-7B6B84200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BFD05-5ABF-A593-02E3-6C033EC3A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D215F-DF11-0938-CD03-4FB95C399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9568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361EF-44E0-C676-D851-755B78772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A786EF-6D36-C026-0140-CCC9DA6C1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840F21-44A6-671C-CD91-BE5D0EEE6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9B7FA-0298-F56E-4008-CCFD5DF38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5378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32D74-6023-5CDC-0D25-AB2BB9626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85AF6-B06C-4466-774A-5E18375C1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10576-C57D-2C9E-D48C-F6DCBBC22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AD7B5-D62E-69DA-06FE-CEB4B2F97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2907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89E7A-2EFB-960C-0C9C-511584442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A553B1-BCD8-2175-7F26-B8032D437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F8D002-583B-6CD2-229F-9C21CFF52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49E8-3654-7445-5638-52C5BE8C5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47623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EEDB8-8480-D672-0B7D-D2C44C7F2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B0DB9-3747-55E6-1A96-03C194969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1FC877-8C0B-CC74-0C96-0C7620591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A5177-FD2A-AB50-C111-DC9D40A23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79058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2540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3920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65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3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9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1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2466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7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594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552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5425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488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497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237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766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362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409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13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37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772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6410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409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005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0030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6643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94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24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60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147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976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066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682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2157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84741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897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1184759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222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260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8265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2046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00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7057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058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7526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7223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1092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37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48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1070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6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91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932519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032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857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8034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5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3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9" r:id="rId2"/>
    <p:sldLayoutId id="2147483961" r:id="rId3"/>
    <p:sldLayoutId id="2147483962" r:id="rId4"/>
    <p:sldLayoutId id="2147483964" r:id="rId5"/>
    <p:sldLayoutId id="2147483958" r:id="rId6"/>
    <p:sldLayoutId id="2147483963" r:id="rId7"/>
    <p:sldLayoutId id="2147483957" r:id="rId8"/>
    <p:sldLayoutId id="2147483965" r:id="rId9"/>
    <p:sldLayoutId id="2147483966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7" r:id="rId17"/>
    <p:sldLayoutId id="2147483967" r:id="rId18"/>
    <p:sldLayoutId id="2147483968" r:id="rId19"/>
    <p:sldLayoutId id="2147483987" r:id="rId20"/>
    <p:sldLayoutId id="2147483969" r:id="rId21"/>
    <p:sldLayoutId id="2147483970" r:id="rId22"/>
    <p:sldLayoutId id="2147483971" r:id="rId23"/>
    <p:sldLayoutId id="2147483972" r:id="rId24"/>
    <p:sldLayoutId id="2147483973" r:id="rId25"/>
    <p:sldLayoutId id="2147483978" r:id="rId26"/>
    <p:sldLayoutId id="2147483974" r:id="rId27"/>
    <p:sldLayoutId id="2147483975" r:id="rId28"/>
    <p:sldLayoutId id="2147483976" r:id="rId29"/>
    <p:sldLayoutId id="214748397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5" r:id="rId37"/>
    <p:sldLayoutId id="2147484002" r:id="rId38"/>
    <p:sldLayoutId id="2147484003" r:id="rId39"/>
    <p:sldLayoutId id="2147484004" r:id="rId40"/>
    <p:sldLayoutId id="2147483994" r:id="rId41"/>
    <p:sldLayoutId id="2147484005" r:id="rId42"/>
    <p:sldLayoutId id="2147484006" r:id="rId43"/>
    <p:sldLayoutId id="2147483979" r:id="rId44"/>
    <p:sldLayoutId id="2147483980" r:id="rId45"/>
    <p:sldLayoutId id="2147483981" r:id="rId46"/>
    <p:sldLayoutId id="2147483982" r:id="rId47"/>
    <p:sldLayoutId id="2147483983" r:id="rId48"/>
    <p:sldLayoutId id="2147483984" r:id="rId49"/>
    <p:sldLayoutId id="2147483985" r:id="rId50"/>
    <p:sldLayoutId id="2147483986" r:id="rId51"/>
    <p:sldLayoutId id="2147484008" r:id="rId52"/>
    <p:sldLayoutId id="2147484009" r:id="rId53"/>
    <p:sldLayoutId id="2147484010" r:id="rId54"/>
    <p:sldLayoutId id="2147484011" r:id="rId55"/>
    <p:sldLayoutId id="2147484012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90 Simple Backgrounds [Edit and Download]">
            <a:extLst>
              <a:ext uri="{FF2B5EF4-FFF2-40B4-BE49-F238E27FC236}">
                <a16:creationId xmlns:a16="http://schemas.microsoft.com/office/drawing/2014/main" id="{D6D88F28-9497-673D-5638-1AE930DBC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Subtitle 6">
            <a:extLst>
              <a:ext uri="{FF2B5EF4-FFF2-40B4-BE49-F238E27FC236}">
                <a16:creationId xmlns:a16="http://schemas.microsoft.com/office/drawing/2014/main" id="{22A12031-A2E9-2CC6-9179-DD1444064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4032" y="4088266"/>
            <a:ext cx="5613366" cy="2769734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</a:t>
            </a:r>
          </a:p>
          <a:p>
            <a:pPr algn="l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Deepak V-192411021</a:t>
            </a:r>
          </a:p>
          <a:p>
            <a:pPr algn="l"/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Gadiputikatla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Vyshnavi-192425069</a:t>
            </a:r>
          </a:p>
          <a:p>
            <a:pPr algn="l"/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Hunnur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Ashwak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Hussain-192425331</a:t>
            </a:r>
          </a:p>
          <a:p>
            <a:pPr algn="l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Hariharan S-192521488</a:t>
            </a:r>
          </a:p>
          <a:p>
            <a:pPr algn="l"/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Karipam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Manideep-192312152</a:t>
            </a:r>
          </a:p>
          <a:p>
            <a:pPr algn="l"/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itle 5">
            <a:extLst>
              <a:ext uri="{FF2B5EF4-FFF2-40B4-BE49-F238E27FC236}">
                <a16:creationId xmlns:a16="http://schemas.microsoft.com/office/drawing/2014/main" id="{FE5F9498-1363-477C-610A-E78421212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3825" y="1838185"/>
            <a:ext cx="11884230" cy="8640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deployment of a network digital twin for enterprise change impact analysis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1715E9-5BEB-9BE2-CD98-F68FE3887254}"/>
              </a:ext>
            </a:extLst>
          </p:cNvPr>
          <p:cNvSpPr txBox="1"/>
          <p:nvPr/>
        </p:nvSpPr>
        <p:spPr>
          <a:xfrm>
            <a:off x="1229439" y="3113242"/>
            <a:ext cx="9318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dk1"/>
              </a:buClr>
              <a:buSzPts val="2600"/>
            </a:pPr>
            <a:r>
              <a:rPr lang="en-US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CSA0702 –Computer Networks </a:t>
            </a:r>
            <a:endParaRPr lang="en-US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7" name="Picture 2" descr="SSE-Computer Science and Engineering">
            <a:extLst>
              <a:ext uri="{FF2B5EF4-FFF2-40B4-BE49-F238E27FC236}">
                <a16:creationId xmlns:a16="http://schemas.microsoft.com/office/drawing/2014/main" id="{9EFC6E01-CE6D-C61A-18D7-38D4C0FEC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96;p13">
            <a:extLst>
              <a:ext uri="{FF2B5EF4-FFF2-40B4-BE49-F238E27FC236}">
                <a16:creationId xmlns:a16="http://schemas.microsoft.com/office/drawing/2014/main" id="{0D5DD552-4C5C-FE74-9769-1E5D9287941F}"/>
              </a:ext>
            </a:extLst>
          </p:cNvPr>
          <p:cNvSpPr txBox="1"/>
          <p:nvPr/>
        </p:nvSpPr>
        <p:spPr>
          <a:xfrm>
            <a:off x="1642302" y="4155643"/>
            <a:ext cx="3733618" cy="1707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604020202020204"/>
              <a:buNone/>
            </a:pPr>
            <a:r>
              <a:rPr lang="en-US" sz="2800" b="1" u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Supervisor-</a:t>
            </a:r>
            <a:r>
              <a:rPr lang="en-US" sz="2600" b="1" u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2600" b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buClr>
                <a:schemeClr val="dk1"/>
              </a:buClr>
              <a:buSzPts val="2600"/>
            </a:pPr>
            <a:r>
              <a:rPr lang="en-US" sz="2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Dr.R.Senthamil</a:t>
            </a:r>
            <a: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Selvan</a:t>
            </a:r>
            <a:b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en-US" sz="2800" b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600"/>
              <a:buFont typeface="Arial" panose="020B0604020202020204"/>
              <a:buNone/>
            </a:pPr>
            <a:endParaRPr sz="2600" b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13522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71115-9603-8036-3A62-B4580F680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646030C3-B2A7-CDE6-C902-5E03EA3F7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1B9E1200-92A9-C714-5E46-1D5DB90AE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789161"/>
            <a:ext cx="10805160" cy="707886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D33D3F-899E-2F62-E912-0CF5FE616EBE}"/>
              </a:ext>
            </a:extLst>
          </p:cNvPr>
          <p:cNvSpPr/>
          <p:nvPr/>
        </p:nvSpPr>
        <p:spPr>
          <a:xfrm>
            <a:off x="0" y="2406605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4635B65A-78E6-D440-A31E-88F636B59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50BA0A-E9F3-E037-320D-8721B5CAA9D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91344" y="2498199"/>
            <a:ext cx="12192000" cy="441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networks require careful planning before deployment.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changes may cause unexpected connectivity failures.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 creates a virtual enterprise network.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evaluate changes before actual implementation.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improves network reliability and planning. </a:t>
            </a:r>
          </a:p>
        </p:txBody>
      </p:sp>
    </p:spTree>
    <p:extLst>
      <p:ext uri="{BB962C8B-B14F-4D97-AF65-F5344CB8AC3E}">
        <p14:creationId xmlns:p14="http://schemas.microsoft.com/office/powerpoint/2010/main" val="1131382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F25C1-C538-C248-E0AB-B91F42FD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6DCB8249-008B-B32F-A5A7-021DAB0F1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CF85C70A-7D65-C52D-4A8A-2B50AF017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789161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9E8DDF-4C4A-324E-DE8A-4C00D24BC15F}"/>
              </a:ext>
            </a:extLst>
          </p:cNvPr>
          <p:cNvSpPr/>
          <p:nvPr/>
        </p:nvSpPr>
        <p:spPr>
          <a:xfrm>
            <a:off x="0" y="2406605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3A96EF34-C1E2-5547-1A34-981259458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7CA7DC-6DEB-75A0-C6FD-4C662D4E390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31674" y="2386205"/>
            <a:ext cx="11928648" cy="441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modifications often produce unexpected failures.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mainly provide network monitoring.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planning increases deployment risks significantly.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change evaluation platforms are needed.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analysis improves planning accuracy.</a:t>
            </a:r>
          </a:p>
        </p:txBody>
      </p:sp>
    </p:spTree>
    <p:extLst>
      <p:ext uri="{BB962C8B-B14F-4D97-AF65-F5344CB8AC3E}">
        <p14:creationId xmlns:p14="http://schemas.microsoft.com/office/powerpoint/2010/main" val="3526233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C74F-A6F1-36BC-E4C4-AF3FC0EB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90BA6C1D-10E1-7F56-F9F6-2BCC0B4EC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E9837FDA-CC1C-CA20-9E38-E7D0DD4F7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492764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4EF7AE-10DB-0CE2-4715-17ED2BE46930}"/>
              </a:ext>
            </a:extLst>
          </p:cNvPr>
          <p:cNvSpPr/>
          <p:nvPr/>
        </p:nvSpPr>
        <p:spPr>
          <a:xfrm>
            <a:off x="7935" y="2012694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94304743-3B8E-5E29-ACBA-BFBD3E560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40783D-E545-5EBE-3AE1-76BCF7910985}"/>
              </a:ext>
            </a:extLst>
          </p:cNvPr>
          <p:cNvSpPr txBox="1"/>
          <p:nvPr/>
        </p:nvSpPr>
        <p:spPr>
          <a:xfrm>
            <a:off x="2930652" y="2887718"/>
            <a:ext cx="6263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403A6-D547-93EB-B3E4-6F47113DB1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5973" y="2200650"/>
            <a:ext cx="10288693" cy="4109814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complete enterprise network digital twin.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proposed network changes safely.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connectivity and infrastructure impacts.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results using Cisco Packet Tracer.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intelligent enterprise network planning.</a:t>
            </a:r>
          </a:p>
        </p:txBody>
      </p:sp>
    </p:spTree>
    <p:extLst>
      <p:ext uri="{BB962C8B-B14F-4D97-AF65-F5344CB8AC3E}">
        <p14:creationId xmlns:p14="http://schemas.microsoft.com/office/powerpoint/2010/main" val="1288940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D4C1E-72C1-81CB-E92B-4C2E12607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FA1D24B5-3AAF-E579-7078-290EF65C3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1093ADA2-CB56-5811-4346-7FC0B5F6C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34484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E0CEB5-8B60-AC91-C723-16192672C7DF}"/>
              </a:ext>
            </a:extLst>
          </p:cNvPr>
          <p:cNvSpPr/>
          <p:nvPr/>
        </p:nvSpPr>
        <p:spPr>
          <a:xfrm>
            <a:off x="-2" y="2132856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409A2F80-7F4B-98D3-E5AD-574A1BF96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40AA47-D1D4-9F99-F993-DA165618B41D}"/>
              </a:ext>
            </a:extLst>
          </p:cNvPr>
          <p:cNvSpPr txBox="1"/>
          <p:nvPr/>
        </p:nvSpPr>
        <p:spPr>
          <a:xfrm>
            <a:off x="0" y="2342370"/>
            <a:ext cx="11274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Network Modeling</a:t>
            </a: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0B0FD5-C189-AA28-3D37-D3A1B50C1B8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19336" y="2840742"/>
            <a:ext cx="11274561" cy="396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enterprise network topology.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routers, switches, and servers.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digital network representation.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VLANs and network links.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complete network topology. </a:t>
            </a:r>
          </a:p>
        </p:txBody>
      </p:sp>
    </p:spTree>
    <p:extLst>
      <p:ext uri="{BB962C8B-B14F-4D97-AF65-F5344CB8AC3E}">
        <p14:creationId xmlns:p14="http://schemas.microsoft.com/office/powerpoint/2010/main" val="703962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22139-931C-0670-836A-0EE6C690B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EA0A546C-DD8F-7187-E208-7FA829CD8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1627790D-D387-89F1-442A-C6E7F4D4A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21578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B3E1C0-5633-DDCD-1105-189E3D27351E}"/>
              </a:ext>
            </a:extLst>
          </p:cNvPr>
          <p:cNvSpPr/>
          <p:nvPr/>
        </p:nvSpPr>
        <p:spPr>
          <a:xfrm>
            <a:off x="0" y="2311658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65410177-8DB9-9119-5852-4ABDBCAFC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70ED14-C5EC-66BF-E5F8-B4DECB94E610}"/>
              </a:ext>
            </a:extLst>
          </p:cNvPr>
          <p:cNvSpPr txBox="1"/>
          <p:nvPr/>
        </p:nvSpPr>
        <p:spPr>
          <a:xfrm>
            <a:off x="0" y="2359190"/>
            <a:ext cx="111305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US" sz="2800" u="sng" dirty="0"/>
              <a:t>Topology Visualization System</a:t>
            </a:r>
            <a:endParaRPr lang="en-US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FD0BE3-1B7A-27DE-3EED-4256FF3C2D0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19336" y="2665028"/>
            <a:ext cx="9937104" cy="3972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interactive enterprise network topology.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connected devices and links.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drag-and-drop topology editing.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devices into logical groups.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network visualization experience.</a:t>
            </a:r>
          </a:p>
        </p:txBody>
      </p:sp>
    </p:spTree>
    <p:extLst>
      <p:ext uri="{BB962C8B-B14F-4D97-AF65-F5344CB8AC3E}">
        <p14:creationId xmlns:p14="http://schemas.microsoft.com/office/powerpoint/2010/main" val="1719368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A42C7-0EC3-D220-62EB-2003CBEE3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3DC7D2A2-F693-D751-3E44-FA2A37397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6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AD20EE3-D9E7-7B3B-1B41-11DB71CCB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626380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D8363D-0F16-D0BC-79E9-D01496E3D671}"/>
              </a:ext>
            </a:extLst>
          </p:cNvPr>
          <p:cNvSpPr/>
          <p:nvPr/>
        </p:nvSpPr>
        <p:spPr>
          <a:xfrm>
            <a:off x="0" y="2265687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47018E32-72EF-1359-0CCA-CBCF15E3C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682B04-21FF-0C58-5BDD-9A1427C99637}"/>
              </a:ext>
            </a:extLst>
          </p:cNvPr>
          <p:cNvSpPr txBox="1"/>
          <p:nvPr/>
        </p:nvSpPr>
        <p:spPr>
          <a:xfrm>
            <a:off x="0" y="2450353"/>
            <a:ext cx="9048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lang="en-US" sz="2800" u="sng" dirty="0"/>
              <a:t>Change Simulation Engine</a:t>
            </a: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0DE3E0-C52C-1D12-C27A-A22AFE8CF14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27576" y="2956575"/>
            <a:ext cx="11904662" cy="3972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enterprise network modifications safely.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or remove network devices.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bandwidth and VLAN settings.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realistic failure scenarios.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updated network topology.</a:t>
            </a:r>
          </a:p>
        </p:txBody>
      </p:sp>
    </p:spTree>
    <p:extLst>
      <p:ext uri="{BB962C8B-B14F-4D97-AF65-F5344CB8AC3E}">
        <p14:creationId xmlns:p14="http://schemas.microsoft.com/office/powerpoint/2010/main" val="3412892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D532B-AAF7-E332-093F-A03FF776B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5F84F870-6AEE-8042-6BD0-9E3DB6B57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6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A9D58993-BFA7-6E53-4C6E-52A7F1E61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626380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2D89F3-08F2-A3EF-6394-36D0A32E4C11}"/>
              </a:ext>
            </a:extLst>
          </p:cNvPr>
          <p:cNvSpPr/>
          <p:nvPr/>
        </p:nvSpPr>
        <p:spPr>
          <a:xfrm>
            <a:off x="0" y="2265687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AFFAF978-8933-2ABA-62F0-7AF3F5232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1A80B9-63BE-96E4-8E65-5C9C5728E3B1}"/>
              </a:ext>
            </a:extLst>
          </p:cNvPr>
          <p:cNvSpPr txBox="1"/>
          <p:nvPr/>
        </p:nvSpPr>
        <p:spPr>
          <a:xfrm>
            <a:off x="0" y="2450353"/>
            <a:ext cx="9048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Analysis Engine</a:t>
            </a: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A45103-AC59-4F67-AFEB-6A5B63FADED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27576" y="2956576"/>
            <a:ext cx="11904662" cy="3972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connectivity after network modifications.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single points of failure.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routing and redundancy.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network improvement recommendations.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infrastructure change impacts. </a:t>
            </a:r>
          </a:p>
        </p:txBody>
      </p:sp>
    </p:spTree>
    <p:extLst>
      <p:ext uri="{BB962C8B-B14F-4D97-AF65-F5344CB8AC3E}">
        <p14:creationId xmlns:p14="http://schemas.microsoft.com/office/powerpoint/2010/main" val="3234943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4828B-2E02-72E1-0A96-B64241CB3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B4069910-AE97-C513-20DB-DE444669F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6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E2B6AF4A-D738-4B50-B6FD-6045E2937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626380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B56864-9DB4-5DB6-8955-E5FCC461044D}"/>
              </a:ext>
            </a:extLst>
          </p:cNvPr>
          <p:cNvSpPr/>
          <p:nvPr/>
        </p:nvSpPr>
        <p:spPr>
          <a:xfrm>
            <a:off x="0" y="2265687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34B699E7-0911-9CAB-7493-80161F063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1BD456-C72A-A024-8D17-19FF064CA962}"/>
              </a:ext>
            </a:extLst>
          </p:cNvPr>
          <p:cNvSpPr txBox="1"/>
          <p:nvPr/>
        </p:nvSpPr>
        <p:spPr>
          <a:xfrm>
            <a:off x="0" y="2450353"/>
            <a:ext cx="9048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</a:t>
            </a:r>
            <a:r>
              <a:rPr lang="en-US" sz="2800" u="sng" dirty="0"/>
              <a:t>Validation and Reporting</a:t>
            </a: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FAEFD6-F6E9-E4B9-EC12-F1B47A53448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7936" y="2836349"/>
            <a:ext cx="11904662" cy="4790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predictions using Packet Tracer.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predicted and actual results.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detailed analysis reports.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simulation history securely.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confident deployment decisions.</a:t>
            </a:r>
          </a:p>
          <a:p>
            <a:pPr lvl="0"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749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9E90C-F22A-9781-ADB8-2D166FD1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6C35E860-80B0-8105-88CF-CEC09A5CA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1A8A1079-4B3B-0903-CF54-73BC29FE6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492764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AE7771-2B24-3EAD-C7DE-36B78FDFE664}"/>
              </a:ext>
            </a:extLst>
          </p:cNvPr>
          <p:cNvSpPr/>
          <p:nvPr/>
        </p:nvSpPr>
        <p:spPr>
          <a:xfrm>
            <a:off x="7935" y="2012694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042370C3-9EC1-F78B-1A51-95C6DAF52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2DEEEE-470E-9A90-4418-5812FADFF379}"/>
              </a:ext>
            </a:extLst>
          </p:cNvPr>
          <p:cNvSpPr txBox="1"/>
          <p:nvPr/>
        </p:nvSpPr>
        <p:spPr>
          <a:xfrm>
            <a:off x="2930652" y="2887718"/>
            <a:ext cx="6263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BC051-93A8-F8FD-9923-1E2E5D3A34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2168" y="2367788"/>
            <a:ext cx="10288693" cy="4109814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for interactive frontend development.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for backend application services. </a:t>
            </a:r>
          </a:p>
          <a:p>
            <a:pPr lvl="0">
              <a:lnSpc>
                <a:spcPct val="150000"/>
              </a:lnSpc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NetworkX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graph-based analysis.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Cisco Packet Tracer for validation.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and Cytoscape.js for visualization.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93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B1F0D-44EC-1B8B-00E0-E94624744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9CF07E64-A3F9-7407-8000-A140CCB09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58AB3BFD-D3C5-2537-6199-EB86FB0BA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492764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DF9177-191D-33DD-4260-401E62BCBEB7}"/>
              </a:ext>
            </a:extLst>
          </p:cNvPr>
          <p:cNvSpPr/>
          <p:nvPr/>
        </p:nvSpPr>
        <p:spPr>
          <a:xfrm>
            <a:off x="7935" y="2012694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FD372CCC-4425-5CBF-740A-87FD7C795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0362ED-C1A1-720C-D631-94DCA68F93EA}"/>
              </a:ext>
            </a:extLst>
          </p:cNvPr>
          <p:cNvSpPr txBox="1"/>
          <p:nvPr/>
        </p:nvSpPr>
        <p:spPr>
          <a:xfrm>
            <a:off x="2930652" y="2887718"/>
            <a:ext cx="6263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0FFE8-624F-156E-31C6-67EE304827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4168" y="2200650"/>
            <a:ext cx="10288693" cy="4109814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safer enterprise network planning.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deployment risks significantly.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network change analysis.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predictions through simulations.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intelligent network management decisions.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675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AC9A1-5EDD-52E7-0877-F1D10A2C9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27394DFB-2729-B2AE-9272-B935219C9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0FA533CA-F51A-8067-8043-69BECE0AF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5CF18E-B957-3575-F67D-BE67C6778342}"/>
              </a:ext>
            </a:extLst>
          </p:cNvPr>
          <p:cNvSpPr txBox="1"/>
          <p:nvPr/>
        </p:nvSpPr>
        <p:spPr>
          <a:xfrm>
            <a:off x="2930652" y="2887718"/>
            <a:ext cx="6263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833FF-334C-3A86-BF05-8DF35B6C29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4168" y="2200650"/>
            <a:ext cx="10288693" cy="410981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 frontend backend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9390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86D9CC-0D9D-4BFE-B3F3-26F480BF8C8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BFCA5F6-1A5A-4D78-BDE2-C793B61E0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106BD98-E608-40A1-98A8-93D5976215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classic block presentation</Template>
  <TotalTime>1229</TotalTime>
  <Words>406</Words>
  <Application>Microsoft Office PowerPoint</Application>
  <PresentationFormat>Widescreen</PresentationFormat>
  <Paragraphs>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Times New Roman</vt:lpstr>
      <vt:lpstr>Tw Cen MT</vt:lpstr>
      <vt:lpstr>Tw Cen MT Condensed</vt:lpstr>
      <vt:lpstr>Wingdings 3</vt:lpstr>
      <vt:lpstr>ModernClassicBlock-3</vt:lpstr>
      <vt:lpstr>Design and deployment of a network digital twin for enterprise change impact analysis</vt:lpstr>
      <vt:lpstr>Introduction </vt:lpstr>
      <vt:lpstr>Problem statement</vt:lpstr>
      <vt:lpstr>Objective</vt:lpstr>
      <vt:lpstr>METhodology</vt:lpstr>
      <vt:lpstr>METhodology</vt:lpstr>
      <vt:lpstr>METhodology</vt:lpstr>
      <vt:lpstr>METhodology</vt:lpstr>
      <vt:lpstr>METhodology</vt:lpstr>
      <vt:lpstr>Tools Used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Ashish Duddupudi</dc:creator>
  <cp:lastModifiedBy>Deepak V</cp:lastModifiedBy>
  <cp:revision>30</cp:revision>
  <dcterms:created xsi:type="dcterms:W3CDTF">2025-07-10T17:27:14Z</dcterms:created>
  <dcterms:modified xsi:type="dcterms:W3CDTF">2026-08-03T08:55:40Z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